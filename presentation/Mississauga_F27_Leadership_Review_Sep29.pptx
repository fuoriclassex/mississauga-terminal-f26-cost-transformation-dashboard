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Moving to a new building — expected before end of calendar 2026.</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4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000" b="1" dirty="0">
                <a:solidFill>
                  <a:srgbClr val="111827"/>
                </a:solidFill>
                <a:latin typeface="Calibri" pitchFamily="34" charset="0"/>
                <a:ea typeface="Calibri" pitchFamily="34" charset="-122"/>
                <a:cs typeface="Calibri" pitchFamily="34" charset="-120"/>
              </a:rPr>
              <a:t>Driver safety reps: </a:t>
            </a:r>
            <a:pPr indent="0" marL="0">
              <a:buNone/>
            </a:pPr>
            <a:r>
              <a:rPr lang="en-US" sz="1000" dirty="0">
                <a:solidFill>
                  <a:srgbClr val="1F2937"/>
                </a:solidFill>
                <a:latin typeface="Calibri" pitchFamily="34" charset="0"/>
                <a:ea typeface="Calibri" pitchFamily="34" charset="-122"/>
                <a:cs typeface="Calibri" pitchFamily="34" charset="-120"/>
              </a:rPr>
              <a:t>top safety-score drivers join the monthly safety meeting and speak for drivers.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Route ride-alongs: </a:t>
            </a:r>
            <a:pPr indent="0" marL="0">
              <a:buNone/>
            </a:pPr>
            <a:r>
              <a:rPr lang="en-US" sz="1000" dirty="0">
                <a:solidFill>
                  <a:srgbClr val="1F2937"/>
                </a:solidFill>
                <a:latin typeface="Calibri" pitchFamily="34" charset="0"/>
                <a:ea typeface="Calibri" pitchFamily="34" charset="-122"/>
                <a:cs typeface="Calibri" pitchFamily="34" charset="-120"/>
              </a:rPr>
              <a:t>managers &amp; supervisors, quarterly quota ramping to every driver yearly.</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000" dirty="0">
                <a:solidFill>
                  <a:srgbClr val="1F2937"/>
                </a:solidFill>
                <a:latin typeface="Calibri" pitchFamily="34" charset="0"/>
                <a:ea typeface="Calibri" pitchFamily="34" charset="-122"/>
                <a:cs typeface="Calibri" pitchFamily="34" charset="-120"/>
              </a:rPr>
              <a:t>(ANCRA decks, divider kits).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000" dirty="0">
                <a:solidFill>
                  <a:srgbClr val="1F2937"/>
                </a:solidFill>
                <a:latin typeface="Calibri" pitchFamily="34" charset="0"/>
                <a:ea typeface="Calibri" pitchFamily="34" charset="-122"/>
                <a:cs typeface="Calibri" pitchFamily="34" charset="-120"/>
              </a:rPr>
              <a:t>panel trucks &amp; racks for windows, panels, car parts.</a:t>
            </a:r>
            <a:endParaRPr lang="en-US" sz="10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Terminal OTS: Wk 39 adj 94.79% · Wk 40 (Sun–Mon) 96.55%</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fails, week 39 (AS excluded — not a service fail): TF 22 · uncoded 14 · IN 9 · other 9 · DL 8 · OT 3 · LH 1 = 66.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 shift (example day Wed Sep 9): see table at left.</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 / 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4 planned (driver safety reps; route ride-alongs;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 / 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2026-09-29T15:58:51Z</dcterms:created>
  <dcterms:modified xsi:type="dcterms:W3CDTF">2026-09-29T15:58:51Z</dcterms:modified>
</cp:coreProperties>
</file>