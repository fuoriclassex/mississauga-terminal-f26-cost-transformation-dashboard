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to 20 percent more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to 20 percent more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7C3AED"/>
          </a:solidFill>
          <a:ln w="1270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7C3AED"/>
          </a:solidFill>
          <a:ln w="12700">
            <a:solidFill>
              <a:srgbClr val="7C3AED"/>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+10–20% temp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5F3FF"/>
          </a:solidFill>
          <a:ln w="12700">
            <a:solidFill>
              <a:srgbClr val="F5F3FF"/>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agency −25%, Dock labour −4%.</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EDE9FE"/>
          </a:solidFill>
          <a:ln w="12700">
            <a:solidFill>
              <a:srgbClr val="EDE9FE"/>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Trailer 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Trailer 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Trailer 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Trailer 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Trailer 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Trailer 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Trailer 57937 — 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Trailer 57937 — 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Estimated ≈$562.9K below F26 if current rates hold (≈$46.9K/mo; estimate, not booked), incl. $61K dispatcher.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2026-09-29T16:32:38Z</dcterms:created>
  <dcterms:modified xsi:type="dcterms:W3CDTF">2026-09-29T16:32:38Z</dcterms:modified>
</cp:coreProperties>
</file>