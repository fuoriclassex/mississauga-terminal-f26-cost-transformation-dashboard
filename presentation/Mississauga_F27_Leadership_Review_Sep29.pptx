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Estimated ≈$451.2K below F26 if current rates hold (≈$37.6K/mo; contract labour + $61K dispatcher;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2026-09-29T17:23:59Z</dcterms:created>
  <dcterms:modified xsi:type="dcterms:W3CDTF">2026-09-29T17:23:59Z</dcterms:modified>
</cp:coreProperties>
</file>